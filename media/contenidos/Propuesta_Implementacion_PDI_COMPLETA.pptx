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 de Desarrollo Institucional 2026–2036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Propuesta de implementación y seguimiento</a:t>
            </a:r>
          </a:p>
          <a:p>
            <a:r>
              <a:t>Modelo simple – Ecosistema Microsoft 365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a resolver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Información del PDI dispersa en documentos y planillas</a:t>
            </a:r>
          </a:p>
          <a:p>
            <a:pPr/>
            <a:r>
              <a:t>Seguimiento manual y heterogéneo por eje</a:t>
            </a:r>
          </a:p>
          <a:p>
            <a:pPr/>
            <a:r>
              <a:t>Dificultad para consolidar reportes para Rectorado y Consejo Superior</a:t>
            </a:r>
          </a:p>
          <a:p>
            <a:pPr/>
            <a:r>
              <a:t>Baja adopción de herramientas complejas por parte de los equipos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Principios de la propuesta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Simplicidad operativa y foco en adopción</a:t>
            </a:r>
          </a:p>
          <a:p>
            <a:pPr/>
            <a:r>
              <a:t>Uso de herramientas ya conocidas por la comunidad</a:t>
            </a:r>
          </a:p>
          <a:p>
            <a:pPr/>
            <a:r>
              <a:t>Un único repositorio institucional del PDI</a:t>
            </a:r>
          </a:p>
          <a:p>
            <a:pPr/>
            <a:r>
              <a:t>Gestión basada en datos, sin sobrecargar a los equipos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elegida – Opción A (Microsoft 365)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SharePoint: repositorio central del PDI</a:t>
            </a:r>
          </a:p>
          <a:p>
            <a:pPr/>
            <a:r>
              <a:t>Excel / Microsoft Lists: seguimiento de iniciativas, KPIs y estados</a:t>
            </a:r>
          </a:p>
          <a:p>
            <a:pPr/>
            <a:r>
              <a:t>Planner: gestión de tareas operativas de corto plazo</a:t>
            </a:r>
          </a:p>
          <a:p>
            <a:pPr/>
            <a:r>
              <a:t>Power BI: tableros institucionales de seguimiento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 de cada herramienta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Word / Páginas SharePoint: marco estratégico y Ficha de Eje</a:t>
            </a:r>
          </a:p>
          <a:p>
            <a:pPr/>
            <a:r>
              <a:t>Excel / Lists: única fuente de verdad para iniciativas y KPIs</a:t>
            </a:r>
          </a:p>
          <a:p>
            <a:pPr/>
            <a:r>
              <a:t>Planner: ejecución operativa (qué hay que hacer y quién)</a:t>
            </a:r>
          </a:p>
          <a:p>
            <a:pPr/>
            <a:r>
              <a:t>Power BI: visualización y control (solo lectura)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para la institución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Menor resistencia al cambio y mayor uso real</a:t>
            </a:r>
          </a:p>
          <a:p>
            <a:pPr/>
            <a:r>
              <a:t>Claridad de responsabilidades por eje</a:t>
            </a:r>
          </a:p>
          <a:p>
            <a:pPr/>
            <a:r>
              <a:t>Reportes automáticos y comparables</a:t>
            </a:r>
          </a:p>
          <a:p>
            <a:pPr/>
            <a:r>
              <a:t>Alineación directa con el Protocolo de Implementación del PDI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